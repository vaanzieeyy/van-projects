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 — Background Halloween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pic>
        <p:nvPicPr>
          <p:cNvPr id="3" name="02 — Koper, topi dan sapu (PNG transparan)" descr="koper-topi-sa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-137160"/>
            <a:ext cx="6217920" cy="7769629"/>
          </a:xfrm>
          <a:prstGeom prst="rect">
            <a:avLst/>
          </a:prstGeom>
        </p:spPr>
      </p:pic>
      <p:sp>
        <p:nvSpPr>
          <p:cNvPr id="4" name="03 — Teks editable: Something wicked"/>
          <p:cNvSpPr txBox="1"/>
          <p:nvPr/>
        </p:nvSpPr>
        <p:spPr>
          <a:xfrm>
            <a:off x="411480" y="7351775"/>
            <a:ext cx="65379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>
                <a:solidFill>
                  <a:srgbClr val="FFFFFF"/>
                </a:solidFill>
                <a:latin typeface="Creepster"/>
              </a:rPr>
              <a:t>Something wicked</a:t>
            </a:r>
          </a:p>
        </p:txBody>
      </p:sp>
      <p:sp>
        <p:nvSpPr>
          <p:cNvPr id="5" name="04 — Teks editable: is coming..."/>
          <p:cNvSpPr txBox="1"/>
          <p:nvPr/>
        </p:nvSpPr>
        <p:spPr>
          <a:xfrm>
            <a:off x="411480" y="7818120"/>
            <a:ext cx="6537960" cy="9784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900">
                <a:solidFill>
                  <a:srgbClr val="FFAA00"/>
                </a:solidFill>
                <a:latin typeface="Creepster"/>
              </a:rPr>
              <a:t>is coming...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Halloween — Metaverse suitcase — editable 4:5</dc:title>
  <dc:subject>Layered design for Canva import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